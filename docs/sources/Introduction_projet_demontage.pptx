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E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segpa_intro/icon_tools_1E4E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925373"/>
            <a:ext cx="618134" cy="6181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2860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DÉMONTE UN OBJET TECHNIQUE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703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 — 6ème SEGPA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4663440"/>
            <a:ext cx="5486400" cy="685800"/>
          </a:xfrm>
          <a:prstGeom prst="roundRect">
            <a:avLst>
              <a:gd name="adj" fmla="val 16000"/>
            </a:avLst>
          </a:prstGeom>
          <a:solidFill>
            <a:srgbClr val="E8792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6634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Séances 1 à 3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quoi, un objet technique 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objet fabriqué par l'Homme, qui répond à un besoin.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291840"/>
            <a:ext cx="1554480" cy="155448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5" name="Image 0" descr="/home/claude/segpa_intro/icon_bicycle_2C6E9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035" y="3664915"/>
            <a:ext cx="808330" cy="8083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vélo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566160" y="3291840"/>
            <a:ext cx="1554480" cy="155448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8" name="Image 1" descr="/home/claude/segpa_intro/icon_pencil_2C6E9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235" y="3664915"/>
            <a:ext cx="808330" cy="808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0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stylo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309360" y="3291840"/>
            <a:ext cx="1554480" cy="155448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1" name="Image 2" descr="/home/claude/segpa_intro/icon_gamepad_2C6E9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435" y="3664915"/>
            <a:ext cx="808330" cy="8083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43600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jouet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9052560" y="3291840"/>
            <a:ext cx="1554480" cy="155448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4" name="Image 3" descr="/home/claude/segpa_intro/icon_box_2C6E9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5635" y="3664915"/>
            <a:ext cx="808330" cy="80833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86800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taille-crayon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548640" y="562356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/>
        </p:spPr>
      </p:sp>
      <p:sp>
        <p:nvSpPr>
          <p:cNvPr id="17" name="Text 11"/>
          <p:cNvSpPr/>
          <p:nvPr/>
        </p:nvSpPr>
        <p:spPr>
          <a:xfrm>
            <a:off x="822960" y="5623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on va démonter un objet technique pour comprendre comment il fonctionne.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mission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920240"/>
            <a:ext cx="1737360" cy="1737360"/>
          </a:xfrm>
          <a:prstGeom prst="ellipse">
            <a:avLst/>
          </a:prstGeom>
          <a:solidFill>
            <a:srgbClr val="2C6E9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361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5" name="Image 0" descr="/home/claude/segpa_intro/icon_screwdriv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674" y="2371954"/>
            <a:ext cx="833933" cy="8339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8404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Démonter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697480" y="2761488"/>
            <a:ext cx="731520" cy="548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" name="Shape 5"/>
          <p:cNvSpPr/>
          <p:nvPr/>
        </p:nvSpPr>
        <p:spPr>
          <a:xfrm>
            <a:off x="3566160" y="1920240"/>
            <a:ext cx="1737360" cy="1737360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9" name="Text 6"/>
          <p:cNvSpPr/>
          <p:nvPr/>
        </p:nvSpPr>
        <p:spPr>
          <a:xfrm>
            <a:off x="3566160" y="15361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0" name="Image 1" descr="/home/claude/segpa_intro/icon_ey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874" y="2371954"/>
            <a:ext cx="833933" cy="83393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0" y="38404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dessiner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40680" y="2761488"/>
            <a:ext cx="731520" cy="548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Shape 9"/>
          <p:cNvSpPr/>
          <p:nvPr/>
        </p:nvSpPr>
        <p:spPr>
          <a:xfrm>
            <a:off x="6309360" y="1920240"/>
            <a:ext cx="1737360" cy="1737360"/>
          </a:xfrm>
          <a:prstGeom prst="ellipse">
            <a:avLst/>
          </a:prstGeom>
          <a:solidFill>
            <a:srgbClr val="2C6E9E"/>
          </a:solidFill>
          <a:ln/>
        </p:spPr>
      </p:sp>
      <p:sp>
        <p:nvSpPr>
          <p:cNvPr id="14" name="Text 10"/>
          <p:cNvSpPr/>
          <p:nvPr/>
        </p:nvSpPr>
        <p:spPr>
          <a:xfrm>
            <a:off x="6309360" y="15361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5" name="Image 2" descr="/home/claude/segpa_intro/icon_rul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074" y="2371954"/>
            <a:ext cx="833933" cy="83393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43600" y="38404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8183880" y="2761488"/>
            <a:ext cx="731520" cy="548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" name="Shape 13"/>
          <p:cNvSpPr/>
          <p:nvPr/>
        </p:nvSpPr>
        <p:spPr>
          <a:xfrm>
            <a:off x="9052560" y="1920240"/>
            <a:ext cx="1737360" cy="1737360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19" name="Text 14"/>
          <p:cNvSpPr/>
          <p:nvPr/>
        </p:nvSpPr>
        <p:spPr>
          <a:xfrm>
            <a:off x="9052560" y="15361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0" name="Image 3" descr="/home/claude/segpa_intro/icon_cog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4274" y="2371954"/>
            <a:ext cx="833933" cy="83393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86800" y="38404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Remonter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en binôme, une pièce à la fois.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7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L'OBJET DU JOUR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709160" y="1554480"/>
            <a:ext cx="2743200" cy="2743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segpa_intro/icon_cogs_E8792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2212848"/>
            <a:ext cx="1426464" cy="1426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5720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taille-crayon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manivelle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3 règles avant de commencer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1051560" cy="105156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4" name="Image 0" descr="/home/claude/segpa_intro/icon_hand_2C6E9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944014"/>
            <a:ext cx="546811" cy="54681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0" y="1737360"/>
            <a:ext cx="9418320" cy="960120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173736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ne force jamais une pièce. Si ça bloque, je lève la main.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3108960"/>
            <a:ext cx="1051560" cy="105156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8" name="Image 1" descr="/home/claude/segpa_intro/icon_box_2C6E9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94" y="3361334"/>
            <a:ext cx="546811" cy="54681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011680" y="3154680"/>
            <a:ext cx="9418320" cy="960120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/>
          <p:nvPr/>
        </p:nvSpPr>
        <p:spPr>
          <a:xfrm>
            <a:off x="2286000" y="315468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vis va tout de suite dans la boîte. Jamais dans les mains.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731520" y="4526280"/>
            <a:ext cx="1051560" cy="105156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2" name="Image 2" descr="/home/claude/segpa_intro/icon_shield_2C6E9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4778654"/>
            <a:ext cx="546811" cy="546811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011680" y="4572000"/>
            <a:ext cx="9418320" cy="960120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/>
        </p:spPr>
      </p:sp>
      <p:sp>
        <p:nvSpPr>
          <p:cNvPr id="14" name="Text 9"/>
          <p:cNvSpPr/>
          <p:nvPr/>
        </p:nvSpPr>
        <p:spPr>
          <a:xfrm>
            <a:off x="2286000" y="457200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ne touche pas aux lames à l'intérieur du taille-crayon.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programme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51560" y="150876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2C6E9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103120"/>
            <a:ext cx="1645920" cy="164592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6" name="Image 0" descr="/home/claude/segpa_intro/icon_screwdriver_2C6E9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741" y="2498141"/>
            <a:ext cx="855878" cy="8558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886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démonte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j'observe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71800" y="2898648"/>
            <a:ext cx="1737360" cy="548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" name="Shape 6"/>
          <p:cNvSpPr/>
          <p:nvPr/>
        </p:nvSpPr>
        <p:spPr>
          <a:xfrm>
            <a:off x="4709160" y="150876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8792C"/>
          </a:solidFill>
          <a:ln/>
        </p:spPr>
      </p:sp>
      <p:sp>
        <p:nvSpPr>
          <p:cNvPr id="10" name="Text 7"/>
          <p:cNvSpPr/>
          <p:nvPr/>
        </p:nvSpPr>
        <p:spPr>
          <a:xfrm>
            <a:off x="4709160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46320" y="2103120"/>
            <a:ext cx="1645920" cy="164592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2" name="Image 1" descr="/home/claude/segpa_intro/icon_ruler_E8792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341" y="2498141"/>
            <a:ext cx="855878" cy="85587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89120" y="3886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mesure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je dessine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6629400" y="2898648"/>
            <a:ext cx="1737360" cy="548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150876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2C6E9E"/>
          </a:solidFill>
          <a:ln/>
        </p:spPr>
      </p:sp>
      <p:sp>
        <p:nvSpPr>
          <p:cNvPr id="16" name="Text 12"/>
          <p:cNvSpPr/>
          <p:nvPr/>
        </p:nvSpPr>
        <p:spPr>
          <a:xfrm>
            <a:off x="8366760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3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503920" y="2103120"/>
            <a:ext cx="1645920" cy="164592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8" name="Image 2" descr="/home/claude/segpa_intro/icon_cogs_2C6E9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941" y="2498141"/>
            <a:ext cx="855878" cy="85587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0" y="3886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remonte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je teste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séances de 55 minutes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4E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822960"/>
            <a:ext cx="1828800" cy="1828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segpa_intro/icon_rocket_1E4E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1261872"/>
            <a:ext cx="950976" cy="950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30175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VOS TOURNEVIS !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4114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Installez-vous par binôme, le matériel arrive.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2026-07-22T13:31:46Z</dcterms:created>
  <dcterms:modified xsi:type="dcterms:W3CDTF">2026-07-22T13:31:46Z</dcterms:modified>
</cp:coreProperties>
</file>